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embeddedFontLst>
    <p:embeddedFont>
      <p:font typeface="Gelasio"/>
      <p:regular r:id="rId201314"/>
    </p:embeddedFont>
    <p:embeddedFont>
      <p:font typeface="Gelasio SemiBold"/>
      <p:regular r:id="rId201315"/>
    </p:embeddedFont>
    <p:embeddedFont>
      <p:font typeface="Gelasio Bold"/>
      <p:regular r:id="rId201316"/>
    </p:embeddedFont>
    <p:embeddedFont>
      <p:font typeface="Gelasio Medium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hyperlink" Target="https://github.com/Rasagna-05/AETHER-AI-Powered-Disaster-Response-and-Relief-Management-System" TargetMode="External"/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06749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AETHER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1941612"/>
            <a:ext cx="6296860" cy="2445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AI-Powered Disaster Response &amp; Relief Management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661475" y="4670623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C49F8C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DETECT → VERIFY → EQUIP → EVACUATE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By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Team Code Blooded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Rasagna Abothula · Harmanjeet Singh Kalsi · Sanjay S V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7551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Problem — and the AETHER Solution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3864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What's Broken Today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522934"/>
            <a:ext cx="5203794" cy="261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Delayed survivor localization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manual searches across large debris zones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High false positives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single sensors misfire on hotspots, animals, stray devices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Fragmented awareness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field teams and command centers work off different data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Manual coordination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rescue, logistics, and shelter teams relay updates by hand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203864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How AETHER Responds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332776" y="2546548"/>
            <a:ext cx="2507394" cy="1467148"/>
          </a:xfrm>
          <a:prstGeom prst="roundRect">
            <a:avLst>
              <a:gd name="adj" fmla="val 1933"/>
            </a:avLst>
          </a:prstGeom>
          <a:solidFill>
            <a:srgbClr val="373433"/>
          </a:solidFill>
          <a:ln/>
        </p:spPr>
      </p:sp>
      <p:sp>
        <p:nvSpPr>
          <p:cNvPr id="7" name="Text 5"/>
          <p:cNvSpPr/>
          <p:nvPr/>
        </p:nvSpPr>
        <p:spPr>
          <a:xfrm>
            <a:off x="6521783" y="2735560"/>
            <a:ext cx="21293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DETECT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521783" y="3219847"/>
            <a:ext cx="21293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Multi-sensor UAVs locate probable survivors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9029176" y="2546548"/>
            <a:ext cx="2507394" cy="1467148"/>
          </a:xfrm>
          <a:prstGeom prst="roundRect">
            <a:avLst>
              <a:gd name="adj" fmla="val 1933"/>
            </a:avLst>
          </a:prstGeom>
          <a:solidFill>
            <a:srgbClr val="373433"/>
          </a:solidFill>
          <a:ln/>
        </p:spPr>
      </p:sp>
      <p:sp>
        <p:nvSpPr>
          <p:cNvPr id="10" name="Text 8"/>
          <p:cNvSpPr/>
          <p:nvPr/>
        </p:nvSpPr>
        <p:spPr>
          <a:xfrm>
            <a:off x="9218183" y="2735560"/>
            <a:ext cx="21293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VERIFY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9218183" y="3219847"/>
            <a:ext cx="21293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Confidence scoring filters false positives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332776" y="4202708"/>
            <a:ext cx="2507394" cy="1467148"/>
          </a:xfrm>
          <a:prstGeom prst="roundRect">
            <a:avLst>
              <a:gd name="adj" fmla="val 1933"/>
            </a:avLst>
          </a:prstGeom>
          <a:solidFill>
            <a:srgbClr val="373433"/>
          </a:solidFill>
          <a:ln/>
        </p:spPr>
      </p:sp>
      <p:sp>
        <p:nvSpPr>
          <p:cNvPr id="13" name="Text 11"/>
          <p:cNvSpPr/>
          <p:nvPr/>
        </p:nvSpPr>
        <p:spPr>
          <a:xfrm>
            <a:off x="6521783" y="4391720"/>
            <a:ext cx="21293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EQUIP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521783" y="4876006"/>
            <a:ext cx="21293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Relief inventory tracked &amp; dispatched in real time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9029176" y="4202708"/>
            <a:ext cx="2507394" cy="1467148"/>
          </a:xfrm>
          <a:prstGeom prst="roundRect">
            <a:avLst>
              <a:gd name="adj" fmla="val 1933"/>
            </a:avLst>
          </a:prstGeom>
          <a:solidFill>
            <a:srgbClr val="373433"/>
          </a:solidFill>
          <a:ln/>
        </p:spPr>
      </p:sp>
      <p:sp>
        <p:nvSpPr>
          <p:cNvPr id="16" name="Text 14"/>
          <p:cNvSpPr/>
          <p:nvPr/>
        </p:nvSpPr>
        <p:spPr>
          <a:xfrm>
            <a:off x="9218183" y="4391720"/>
            <a:ext cx="21293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EVACUATE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9218183" y="4876006"/>
            <a:ext cx="21293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Evacuees routed to the nearest suitable shelter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142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Three Core Modules, One Unified Platform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70112"/>
            <a:ext cx="1439529" cy="8896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375495"/>
            <a:ext cx="354579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Multi-Sensor Survivor Detection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61475" y="2637730"/>
            <a:ext cx="3545791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BLE, thermal imaging &amp; UWB fused through a confidence-scoring engine to prioritize high-probability survivor locations.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952" y="1370112"/>
            <a:ext cx="1439529" cy="8896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22952" y="2375495"/>
            <a:ext cx="354579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Smart Relief Inventory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322952" y="2637730"/>
            <a:ext cx="3545791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RFID/digital tags track supplies in real time, with low-stock alerts and centralized visibility across sites.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429" y="1370112"/>
            <a:ext cx="1439529" cy="88969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84429" y="2375495"/>
            <a:ext cx="354579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Intelligent Shelter Management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7984429" y="2637730"/>
            <a:ext cx="3545791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Live occupancy and GPS-based recommendations route evacuees to the nearest suitable shelter.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661475" y="3374430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Benefits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61475" y="3673673"/>
            <a:ext cx="5273047" cy="816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Faster survivor identification through sensor fusion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inventory &amp; shelter visibility for command teams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Resilient connectivity even when infrastructure fails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Modular design ready for AI routing &amp; predictive allocation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6263523" y="3374430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Stakeholders &amp; Tech Stack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63523" y="3673673"/>
            <a:ext cx="5273047" cy="1149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Response Forces</a:t>
            </a:r>
            <a:pPr algn="l" indent="0" marL="0">
              <a:lnSpc>
                <a:spcPct val="113000"/>
              </a:lnSpc>
              <a:spcAft>
                <a:spcPts val="650"/>
              </a:spcAft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· NDRF, SDRF, fire &amp; emergency services, civil defence</a:t>
            </a:r>
            <a:endParaRPr lang="en-US" sz="10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Government &amp; EOCs</a:t>
            </a:r>
            <a:pPr algn="l" indent="0" marL="0">
              <a:lnSpc>
                <a:spcPct val="113000"/>
              </a:lnSpc>
              <a:spcAft>
                <a:spcPts val="650"/>
              </a:spcAft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· SDMAs, municipal corporations, Emergency Operations Centers</a:t>
            </a:r>
            <a:endParaRPr lang="en-US" sz="10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Humanitarian Orgs</a:t>
            </a:r>
            <a:pPr algn="l" indent="0" marL="0">
              <a:lnSpc>
                <a:spcPct val="113000"/>
              </a:lnSpc>
              <a:spcAft>
                <a:spcPts val="650"/>
              </a:spcAft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· Indian Red Cross Society, NGOs, volunteer groups</a:t>
            </a:r>
            <a:endParaRPr lang="en-US" sz="10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Industry &amp; Infrastructure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· Smart cities, airports, ports, mining, oil &amp; gas, large campuses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263523" y="4960838"/>
            <a:ext cx="5273047" cy="19050"/>
          </a:xfrm>
          <a:prstGeom prst="roundRect">
            <a:avLst>
              <a:gd name="adj" fmla="val 59999"/>
            </a:avLst>
          </a:prstGeom>
          <a:solidFill>
            <a:srgbClr val="C9C2C0">
              <a:alpha val="50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6263523" y="5117108"/>
            <a:ext cx="527304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Stack: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React.js · FastAPI · PostgreSQL · Firebase · DJI/PX4 UAVs · BLE · UWB · Thermal · RFID · Cisco Meraki · Splunk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61475" y="5664597"/>
            <a:ext cx="10868745" cy="421977"/>
          </a:xfrm>
          <a:prstGeom prst="roundRect">
            <a:avLst>
              <a:gd name="adj" fmla="val 4703"/>
            </a:avLst>
          </a:prstGeom>
          <a:solidFill>
            <a:srgbClr val="54392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30" y="5841107"/>
            <a:ext cx="165294" cy="13225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91280" y="5790208"/>
            <a:ext cx="1091627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GitHub: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u="sng" dirty="0">
                <a:solidFill>
                  <a:srgbClr val="C49F8C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github.com/Rasagna-05/AETHER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C49F8C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2026-07-13T15:57:48Z</dcterms:created>
  <dcterms:modified xsi:type="dcterms:W3CDTF">2026-07-13T15:57:48Z</dcterms:modified>
</cp:coreProperties>
</file>